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91" d="100"/>
          <a:sy n="91" d="100"/>
        </p:scale>
        <p:origin x="5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09718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962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07303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5657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8158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15741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39813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90266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7492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55631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17326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tr-T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AD823-24A2-4B3A-8F52-569B17163690}" type="datetimeFigureOut">
              <a:rPr lang="tr-TR" smtClean="0"/>
              <a:t>27.3.2018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CCF5B4-8F03-4D51-8D5D-879C9429274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16256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 smtClean="0"/>
              <a:t>Adhesive</a:t>
            </a:r>
            <a:r>
              <a:rPr lang="tr-TR" dirty="0" smtClean="0"/>
              <a:t> </a:t>
            </a:r>
            <a:r>
              <a:rPr lang="tr-TR" dirty="0" err="1" smtClean="0"/>
              <a:t>Bonding</a:t>
            </a:r>
            <a:endParaRPr lang="tr-TR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3874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Adhesive Bonding</vt:lpstr>
    </vt:vector>
  </TitlesOfParts>
  <Company>TAI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Adhesive Bonding</dc:title>
  <dc:creator>Mehmet Erdem İri̇ş</dc:creator>
  <cp:lastModifiedBy>Mehmet Erdem İri̇ş</cp:lastModifiedBy>
  <cp:revision>1</cp:revision>
  <dcterms:created xsi:type="dcterms:W3CDTF">2018-03-27T12:59:21Z</dcterms:created>
  <dcterms:modified xsi:type="dcterms:W3CDTF">2018-03-27T12:59:41Z</dcterms:modified>
</cp:coreProperties>
</file>